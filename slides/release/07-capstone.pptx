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Where the course stops being exercises and becomes</a:t>
            </a:r>
            <a:r>
              <a:rPr b="1"/>
              <a:t> your work</a:t>
            </a:r>
            <a:r>
              <a:t> .</a:t>
            </a:r>
          </a:p>
          <a:p>
            <a:r>
              <a:t> Take a real, recurring challenge from your own job. Build a solution you could use Monday.</a:t>
            </a:r>
          </a:p>
          <a:p>
            <a:r>
              <a:t> Everything from two days comes together:</a:t>
            </a:r>
          </a:p>
          <a:p>
            <a:pPr lvl="1"/>
            <a:r>
              <a:t> The prompt</a:t>
            </a:r>
            <a:r>
              <a:rPr b="1"/>
              <a:t> anatomy</a:t>
            </a:r>
            <a:r>
              <a:t> (Module 2)</a:t>
            </a:r>
          </a:p>
          <a:p>
            <a:pPr lvl="1"/>
            <a:r>
              <a:t> A business scenario in your</a:t>
            </a:r>
            <a:r>
              <a:rPr b="1"/>
              <a:t> brand voice</a:t>
            </a:r>
            <a:r>
              <a:t> (Module 3)</a:t>
            </a:r>
          </a:p>
          <a:p>
            <a:pPr lvl="1"/>
            <a:r>
              <a:t> A</a:t>
            </a:r>
            <a:r>
              <a:rPr b="1"/>
              <a:t> chain / grounding / reasoning</a:t>
            </a:r>
            <a:r>
              <a:t> step,</a:t>
            </a:r>
            <a:r>
              <a:rPr i="1"/>
              <a:t> only where it earns its place</a:t>
            </a:r>
            <a:r>
              <a:t> (Module 4)</a:t>
            </a:r>
          </a:p>
          <a:p>
            <a:pPr lvl="1"/>
            <a:r>
              <a:t> A</a:t>
            </a:r>
            <a:r>
              <a:rPr b="1"/>
              <a:t> scored evaluation</a:t>
            </a:r>
            <a:r>
              <a:t> against the rubric (Module 5)</a:t>
            </a:r>
          </a:p>
          <a:p>
            <a:pPr lvl="1"/>
            <a:r>
              <a:t> Packaged as a</a:t>
            </a:r>
            <a:r>
              <a:rPr b="1"/>
              <a:t> reusable, documented</a:t>
            </a:r>
            <a:r>
              <a:t> library entry (Module 6)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6881022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test isn't "it's clever." It's "someone else on my team could run this and get the same result."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Will Deliver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</a:t>
            </a:r>
            <a:r>
              <a:rPr b="1"/>
              <a:t> working prompt or prompt chain</a:t>
            </a:r>
            <a:r>
              <a:t> that solves a real task.</a:t>
            </a:r>
          </a:p>
          <a:p>
            <a:r>
              <a:t> A</a:t>
            </a:r>
            <a:r>
              <a:rPr b="1"/>
              <a:t> before / after</a:t>
            </a:r>
            <a:r>
              <a:t> — manual vs. AI-assisted, gain named in real numbers.</a:t>
            </a:r>
          </a:p>
          <a:p>
            <a:r>
              <a:t> At least one</a:t>
            </a:r>
            <a:r>
              <a:rPr b="1"/>
              <a:t> deliberate guardrail</a:t>
            </a:r>
            <a:r>
              <a:t> you can explain (source boundary, review step, privacy rule).</a:t>
            </a:r>
          </a:p>
          <a:p>
            <a:r>
              <a:t> A</a:t>
            </a:r>
            <a:r>
              <a:rPr b="1"/>
              <a:t> library entry</a:t>
            </a:r>
            <a:r>
              <a:t> (the Module 6 template) so the prompt is reusable.</a:t>
            </a:r>
          </a:p>
          <a:p>
            <a:r>
              <a:t> A</a:t>
            </a:r>
            <a:r>
              <a:rPr b="1"/>
              <a:t> 30-day adoption plan</a:t>
            </a:r>
            <a:r>
              <a:t> — laptop to team.</a:t>
            </a:r>
          </a:p>
          <a:p>
            <a:r>
              <a:t> A short</a:t>
            </a:r>
            <a:r>
              <a:rPr b="1"/>
              <a:t> demo</a:t>
            </a:r>
            <a:r>
              <a:t> — two to three minutes — showing it run.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6459194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Six small pieces, not a research project. You have the tools; this is assembly.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Choosing a Good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Pick something</a:t>
            </a:r>
            <a:r>
              <a:rPr b="1"/>
              <a:t> real, recurring, and worth it</a:t>
            </a:r>
            <a:r>
              <a:t> :</a:t>
            </a:r>
          </a:p>
          <a:p>
            <a:pPr lvl="1"/>
            <a:r>
              <a:rPr b="1"/>
              <a:t> Real</a:t>
            </a:r>
            <a:r>
              <a:t> — a task you actually do, not a hypothetical.</a:t>
            </a:r>
          </a:p>
          <a:p>
            <a:pPr lvl="1"/>
            <a:r>
              <a:rPr b="1"/>
              <a:t> Recurring</a:t>
            </a:r>
            <a:r>
              <a:t> — weekly or daily beats once-a-year; reuse is the payoff.</a:t>
            </a:r>
          </a:p>
          <a:p>
            <a:pPr lvl="1"/>
            <a:r>
              <a:rPr b="1"/>
              <a:t> Worth it</a:t>
            </a:r>
            <a:r>
              <a:t> — enough time or friction that a better way matters.</a:t>
            </a:r>
          </a:p>
          <a:p>
            <a:r>
              <a:t> Good candidates: weekly status summaries, support-reply drafting, meeting notes → action items, first-draft JDs, competitive-research digests, RFP answers.</a:t>
            </a:r>
          </a:p>
          <a:p>
            <a:r>
              <a:rPr b="1"/>
              <a:t> Avoid</a:t>
            </a:r>
            <a:r>
              <a:t> : confidential/regulated data in a public tool, one-off tasks, "replace my judgment entirely."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6356483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Can't name who benefits and how often? Pick a different task.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Build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You know this loop — now run it end to end on your own task:</a:t>
            </a:r>
          </a:p>
          <a:p>
            <a:pPr lvl="1"/>
            <a:r>
              <a:rPr b="1"/>
              <a:t> Frame</a:t>
            </a:r>
            <a:r>
              <a:t> with the anatomy (role, task, context, constraints, format).</a:t>
            </a:r>
          </a:p>
          <a:p>
            <a:pPr lvl="1"/>
            <a:r>
              <a:rPr b="1"/>
              <a:t> Ground</a:t>
            </a:r>
            <a:r>
              <a:t> in your real source material (attach it; "use only this").</a:t>
            </a:r>
          </a:p>
          <a:p>
            <a:pPr lvl="1"/>
            <a:r>
              <a:rPr b="1"/>
              <a:t> Chain</a:t>
            </a:r>
            <a:r>
              <a:t> </a:t>
            </a:r>
            <a:r>
              <a:rPr i="1"/>
              <a:t> only if</a:t>
            </a:r>
            <a:r>
              <a:t> one prompt can't do it reliably — extract → draft → review.</a:t>
            </a:r>
          </a:p>
          <a:p>
            <a:pPr lvl="1"/>
            <a:r>
              <a:rPr b="1"/>
              <a:t> Evaluate</a:t>
            </a:r>
            <a:r>
              <a:t> against the rubric. Score it; don't eyeball it.</a:t>
            </a:r>
          </a:p>
          <a:p>
            <a:pPr lvl="1"/>
            <a:r>
              <a:rPr b="1"/>
              <a:t> Refine</a:t>
            </a:r>
            <a:r>
              <a:t> — change one thing at a time, re-score.</a:t>
            </a:r>
          </a:p>
          <a:p>
            <a:pPr lvl="1"/>
            <a:r>
              <a:rPr b="1"/>
              <a:t> Package</a:t>
            </a:r>
            <a:r>
              <a:t> the winner as a library entry, saved as a Custom GPT / Project / Gem.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6181344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Don't reach for a chain or reasoning model to look sophisticated. Use the simplest thing that clears the bar.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 It in Your Assistant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Do this in</a:t>
            </a:r>
            <a:r>
              <a:rPr b="1"/>
              <a:t> ChatGPT Enterprise</a:t>
            </a:r>
            <a:r>
              <a:t> (our Business workspace) — Claude or Gemini also work.</a:t>
            </a:r>
          </a:p>
          <a:p>
            <a:r>
              <a:t> Save the final version where it's reusable:</a:t>
            </a:r>
          </a:p>
          <a:p>
            <a:pPr lvl="1"/>
            <a:r>
              <a:rPr b="1"/>
              <a:t> ChatGPT → a Custom GPT / Project</a:t>
            </a:r>
            <a:r>
              <a:t> — role and files baked in.</a:t>
            </a:r>
          </a:p>
          <a:p>
            <a:pPr lvl="1"/>
            <a:r>
              <a:rPr b="1"/>
              <a:t> Claude → a Project</a:t>
            </a:r>
            <a:r>
              <a:t> — source material and instructions attached.</a:t>
            </a:r>
          </a:p>
          <a:p>
            <a:pPr lvl="1"/>
            <a:r>
              <a:rPr b="1"/>
              <a:t> Gemini → a Gem</a:t>
            </a:r>
            <a:r>
              <a:t> — standing instructions.</a:t>
            </a:r>
          </a:p>
          <a:p>
            <a:r>
              <a:t> That saved, named assistant</a:t>
            </a:r>
            <a:r>
              <a:rPr i="1"/>
              <a:t> is</a:t>
            </a:r>
            <a:r>
              <a:t> your deliverable running — not a prompt you retype.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6425063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A prompt you paste from a doc each time is a draft. A saved Custom GPT/Project is a product.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Guardrails Are Part of the Grade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Every capstone shows at least one guardrail chosen</a:t>
            </a:r>
            <a:r>
              <a:rPr b="1"/>
              <a:t> on purpose</a:t>
            </a:r>
            <a:r>
              <a:t> :</a:t>
            </a:r>
          </a:p>
          <a:p>
            <a:pPr lvl="1"/>
            <a:r>
              <a:rPr b="1"/>
              <a:t> Source boundary</a:t>
            </a:r>
            <a:r>
              <a:t> — "use only the attached material; if it's not there, say so."</a:t>
            </a:r>
          </a:p>
          <a:p>
            <a:pPr lvl="1"/>
            <a:r>
              <a:rPr b="1"/>
              <a:t> Human review step</a:t>
            </a:r>
            <a:r>
              <a:t> — what a person checks before anything ships.</a:t>
            </a:r>
          </a:p>
          <a:p>
            <a:pPr lvl="1"/>
            <a:r>
              <a:rPr b="1"/>
              <a:t> Privacy rule</a:t>
            </a:r>
            <a:r>
              <a:t> — what data is</a:t>
            </a:r>
            <a:r>
              <a:rPr i="1"/>
              <a:t> not</a:t>
            </a:r>
            <a:r>
              <a:t> allowed near this tool.</a:t>
            </a:r>
          </a:p>
          <a:p>
            <a:pPr lvl="1"/>
            <a:r>
              <a:rPr b="1"/>
              <a:t> Uncertainty flag</a:t>
            </a:r>
            <a:r>
              <a:t> — "mark anything unverified as</a:t>
            </a:r>
            <a:r>
              <a:rPr i="1"/>
              <a:t> needs review</a:t>
            </a:r>
            <a:r>
              <a:t> ."</a:t>
            </a:r>
          </a:p>
          <a:p>
            <a:r>
              <a:t> Name the one failure you're most worried about, and the control that catches it.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662748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"Where could this be confidently wrong, and who catches it?" — answer that out loud.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30-Day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prompt only you can run, only today, isn't a win. Plan the handoff:</a:t>
            </a:r>
          </a:p>
          <a:p>
            <a:pPr lvl="1"/>
            <a:r>
              <a:rPr b="1"/>
              <a:t> Week 1</a:t>
            </a:r>
            <a:r>
              <a:t> — use it yourself daily; log where it breaks.</a:t>
            </a:r>
          </a:p>
          <a:p>
            <a:pPr lvl="1"/>
            <a:r>
              <a:rPr b="1"/>
              <a:t> Week 2</a:t>
            </a:r>
            <a:r>
              <a:t> — refine from the log; lock the version; write the library entry.</a:t>
            </a:r>
          </a:p>
          <a:p>
            <a:pPr lvl="1"/>
            <a:r>
              <a:rPr b="1"/>
              <a:t> Week 3</a:t>
            </a:r>
            <a:r>
              <a:t> — hand to one colleague; watch them run it cold; fix what confused them.</a:t>
            </a:r>
          </a:p>
          <a:p>
            <a:pPr lvl="1"/>
            <a:r>
              <a:rPr b="1"/>
              <a:t> Week 4</a:t>
            </a:r>
            <a:r>
              <a:t> — share to the team; set a re-test reminder for the next model update.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4864608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prompt is the easy part. Adoption is the work. Plan for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Presenting Your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Two to three minutes. Structure:</a:t>
            </a:r>
          </a:p>
          <a:p>
            <a:pPr lvl="1"/>
            <a:r>
              <a:rPr b="1"/>
              <a:t> The problem</a:t>
            </a:r>
            <a:r>
              <a:t> — and how often it happens.</a:t>
            </a:r>
          </a:p>
          <a:p>
            <a:pPr lvl="1"/>
            <a:r>
              <a:rPr b="1"/>
              <a:t> The before</a:t>
            </a:r>
            <a:r>
              <a:t> — how long / how painful manually.</a:t>
            </a:r>
          </a:p>
          <a:p>
            <a:pPr lvl="1"/>
            <a:r>
              <a:rPr b="1"/>
              <a:t> The solution</a:t>
            </a:r>
            <a:r>
              <a:t> — run it live or show the saved output.</a:t>
            </a:r>
          </a:p>
          <a:p>
            <a:pPr lvl="1"/>
            <a:r>
              <a:rPr b="1"/>
              <a:t> The guardrail</a:t>
            </a:r>
            <a:r>
              <a:t> — the risk you designed against.</a:t>
            </a:r>
          </a:p>
          <a:p>
            <a:pPr lvl="1"/>
            <a:r>
              <a:rPr b="1"/>
              <a:t> The plan</a:t>
            </a:r>
            <a:r>
              <a:t> — your next 30 days.</a:t>
            </a:r>
          </a:p>
          <a:p>
            <a:r>
              <a:t> Be honest about limits. "Here's where it still needs me" is a</a:t>
            </a:r>
            <a:r>
              <a:rPr i="1"/>
              <a:t> strength</a:t>
            </a:r>
            <a:r>
              <a:t> 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4425696"/>
            <a:ext cx="7507224" cy="1316736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Scored against the capstone rubric — business fit, prompt quality, technique fit, output quality, safety &amp; judgment, rollout. Aim for all six, not a perfect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Solves a task the presenter</a:t>
            </a:r>
            <a:r>
              <a:rPr b="1"/>
              <a:t> actually has</a:t>
            </a:r>
            <a:r>
              <a:t> ; payoff named in numbers.</a:t>
            </a:r>
          </a:p>
          <a:p>
            <a:r>
              <a:t> A prompt someone else could run and get the</a:t>
            </a:r>
            <a:r>
              <a:rPr b="1"/>
              <a:t> same</a:t>
            </a:r>
            <a:r>
              <a:t> result.</a:t>
            </a:r>
          </a:p>
          <a:p>
            <a:r>
              <a:t> Advanced technique used</a:t>
            </a:r>
            <a:r>
              <a:rPr b="1"/>
              <a:t> only where it earned its place</a:t>
            </a:r>
            <a:r>
              <a:t> .</a:t>
            </a:r>
          </a:p>
          <a:p>
            <a:r>
              <a:t> A</a:t>
            </a:r>
            <a:r>
              <a:rPr b="1"/>
              <a:t> scored</a:t>
            </a:r>
            <a:r>
              <a:t> before/after, not "it felt faster."</a:t>
            </a:r>
          </a:p>
          <a:p>
            <a:r>
              <a:t> A real</a:t>
            </a:r>
            <a:r>
              <a:rPr b="1"/>
              <a:t> guardrail</a:t>
            </a:r>
            <a:r>
              <a:t> and a real</a:t>
            </a:r>
            <a:r>
              <a:rPr b="1"/>
              <a:t> review step</a:t>
            </a:r>
            <a:r>
              <a:t> that stays.</a:t>
            </a:r>
          </a:p>
          <a:p>
            <a:r>
              <a:t> A concrete</a:t>
            </a:r>
            <a:r>
              <a:rPr b="1"/>
              <a:t> 30-day plan</a:t>
            </a:r>
            <a:r>
              <a:t> , not "I'll use it sometimes."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6532040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You leave with a working solution and a plan to apply it — the whole point of two days.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378293</TotalTime>
  <Words>1136</Words>
  <Application>Microsoft Macintosh PowerPoint</Application>
  <PresentationFormat>Custom</PresentationFormat>
  <Paragraphs>86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  <vt:lpstr>Capstone Project</vt:lpstr>
      <vt:lpstr>Why This Module</vt:lpstr>
      <vt:lpstr>What You Will Deliver</vt:lpstr>
      <vt:lpstr>Choosing a Good Challenge</vt:lpstr>
      <vt:lpstr>The Build Loop</vt:lpstr>
      <vt:lpstr>Build It in Your Assistant</vt:lpstr>
      <vt:lpstr>Guardrails Are Part of the Grade</vt:lpstr>
      <vt:lpstr>The 30-Day Plan</vt:lpstr>
      <vt:lpstr>Presenting Your Solution</vt:lpstr>
      <vt:lpstr>What Good Looks Like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Brent Borgundvaag</cp:lastModifiedBy>
  <cp:revision>4136</cp:revision>
  <cp:lastPrinted>2010-01-03T02:41:41Z</cp:lastPrinted>
  <dcterms:created xsi:type="dcterms:W3CDTF">2010-07-13T15:22:01Z</dcterms:created>
  <dcterms:modified xsi:type="dcterms:W3CDTF">2026-09-16T01:47:01Z</dcterms:modified>
</cp:coreProperties>
</file>