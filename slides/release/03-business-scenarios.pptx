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Prompting for Real Business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Modules 1-2 gave the mental model and the anatomy. Now: point them at real work.</a:t>
            </a:r>
          </a:p>
          <a:p>
            <a:r>
              <a:t> Same skill — framed prompt, right source, demanded format — in every department. Practice across</a:t>
            </a:r>
            <a:r>
              <a:rPr b="1"/>
              <a:t> marketing, sales, support, ops</a:t>
            </a:r>
            <a:r>
              <a:t> .</a:t>
            </a:r>
          </a:p>
          <a:p>
            <a:r>
              <a:t> Two things separate a usable result from a demo-toy:</a:t>
            </a:r>
          </a:p>
          <a:p>
            <a:pPr lvl="1"/>
            <a:r>
              <a:t> Sounds like</a:t>
            </a:r>
            <a:r>
              <a:rPr b="1"/>
              <a:t> your organization</a:t>
            </a:r>
            <a:r>
              <a:t> (brand voice), not a generic chatbot.</a:t>
            </a:r>
          </a:p>
          <a:p>
            <a:pPr lvl="1"/>
            <a:r>
              <a:rPr b="1"/>
              <a:t> Grounded in your material</a:t>
            </a:r>
            <a:r>
              <a:t> , not the model's guesses.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59777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technique doesn't change by department. The context you supply does.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Universal Business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Almost every business task is a few verbs on your material:</a:t>
            </a:r>
          </a:p>
          <a:p>
            <a:pPr lvl="1"/>
            <a:r>
              <a:rPr b="1"/>
              <a:t> Draft</a:t>
            </a:r>
            <a:r>
              <a:t> — email, memo, post, JD, announcement.</a:t>
            </a:r>
          </a:p>
          <a:p>
            <a:pPr lvl="1"/>
            <a:r>
              <a:rPr b="1"/>
              <a:t> Summarize</a:t>
            </a:r>
            <a:r>
              <a:t> — long doc / meeting → short, for a specific reader.</a:t>
            </a:r>
          </a:p>
          <a:p>
            <a:pPr lvl="1"/>
            <a:r>
              <a:rPr b="1"/>
              <a:t> Extract</a:t>
            </a:r>
            <a:r>
              <a:t> — owners, dates, amounts, decisions → clean table.</a:t>
            </a:r>
          </a:p>
          <a:p>
            <a:pPr lvl="1"/>
            <a:r>
              <a:rPr b="1"/>
              <a:t> Transform</a:t>
            </a:r>
            <a:r>
              <a:t> — rewrite for tone/audience, translate, reformat.</a:t>
            </a:r>
          </a:p>
          <a:p>
            <a:pPr lvl="1"/>
            <a:r>
              <a:rPr b="1"/>
              <a:t> Classify / route</a:t>
            </a:r>
            <a:r>
              <a:t> — triage by type, priority, sentiment.</a:t>
            </a:r>
          </a:p>
          <a:p>
            <a:pPr lvl="1"/>
            <a:r>
              <a:rPr b="1"/>
              <a:t> Compare</a:t>
            </a:r>
            <a:r>
              <a:t> — two options or docs: what changed, pros/cons.</a:t>
            </a:r>
          </a:p>
          <a:p>
            <a:r>
              <a:t> Pick the verb, supply the source, demand the format. That's the whole move.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&amp;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Great for</a:t>
            </a:r>
            <a:r>
              <a:rPr b="1"/>
              <a:t> volume and variation</a:t>
            </a:r>
            <a:r>
              <a:t> , not final truth.</a:t>
            </a:r>
          </a:p>
          <a:p>
            <a:pPr lvl="1"/>
            <a:r>
              <a:t> One brief → five subject lines, three post lengths, short + long version.</a:t>
            </a:r>
          </a:p>
          <a:p>
            <a:pPr lvl="1"/>
            <a:r>
              <a:t> Repurpose: report → LinkedIn post → email → three tweets.</a:t>
            </a:r>
          </a:p>
          <a:p>
            <a:pPr lvl="1"/>
            <a:r>
              <a:t> Ideation: "give me 10 angles, then expand the two strongest."</a:t>
            </a:r>
          </a:p>
          <a:p>
            <a:r>
              <a:t> The catch: it invents stats, quotes, customer names.</a:t>
            </a:r>
            <a:r>
              <a:rPr b="1"/>
              <a:t> Facts come from you; the model supplies the wording.</a:t>
            </a:r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52157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Use it to escape the blank page and produce options — then you choose and verify.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&amp; Customer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Highest-leverage, highest-risk — real customers on the other end.</a:t>
            </a:r>
          </a:p>
          <a:p>
            <a:r>
              <a:t> Strong uses:</a:t>
            </a:r>
          </a:p>
          <a:p>
            <a:pPr lvl="1"/>
            <a:r>
              <a:t> Draft outreach from a short brief; tailor one message to three personas.</a:t>
            </a:r>
          </a:p>
          <a:p>
            <a:pPr lvl="1"/>
            <a:r>
              <a:rPr b="1"/>
              <a:t> Objection handling</a:t>
            </a:r>
            <a:r>
              <a:t> — "they said X; draft three responses, one firm, one warm."</a:t>
            </a:r>
          </a:p>
          <a:p>
            <a:pPr lvl="1"/>
            <a:r>
              <a:rPr b="1"/>
              <a:t> Response drafting grounded in policy</a:t>
            </a:r>
            <a:r>
              <a:t> — quotes</a:t>
            </a:r>
            <a:r>
              <a:rPr i="1"/>
              <a:t> your</a:t>
            </a:r>
            <a:r>
              <a:t> policy, not a guess.</a:t>
            </a:r>
          </a:p>
          <a:p>
            <a:r>
              <a:t> The danger: an assistant that "gives the customer whatever they want" promises what you can't honor.</a:t>
            </a:r>
            <a:r>
              <a:rPr b="1"/>
              <a:t> Ground replies in real policy</a:t>
            </a:r>
            <a:r>
              <a:t> , keep a human approval step.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6590174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Never let the assistant set policy. Give it the policy; let it find the words.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Operations &amp; HR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quiet productivity win — internal docs nobody enjoys writing.</a:t>
            </a:r>
          </a:p>
          <a:p>
            <a:pPr lvl="1"/>
            <a:r>
              <a:t> Messy meeting notes → decisions + action items + owners.</a:t>
            </a:r>
          </a:p>
          <a:p>
            <a:pPr lvl="1"/>
            <a:r>
              <a:t> Draft SOPs, policies, job descriptions from bullet points.</a:t>
            </a:r>
          </a:p>
          <a:p>
            <a:pPr lvl="1"/>
            <a:r>
              <a:t> Compare two documents; extract what changed.</a:t>
            </a:r>
          </a:p>
          <a:p>
            <a:r>
              <a:t> Source discipline matters most here — a summary that invents an owner is worse than none. Demand:</a:t>
            </a:r>
            <a:r>
              <a:rPr i="1"/>
              <a:t> "use only the notes; if an owner is unclear, say so."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Encoding Brand Voice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"Make it professional" isn't an instruction — it means three things to a lawyer, a nurse, a founder.</a:t>
            </a:r>
          </a:p>
          <a:p>
            <a:r>
              <a:t> Instead,</a:t>
            </a:r>
            <a:r>
              <a:rPr b="1"/>
              <a:t> give the model your voice as material</a:t>
            </a:r>
            <a:r>
              <a:t> :</a:t>
            </a:r>
          </a:p>
          <a:p>
            <a:pPr lvl="1"/>
            <a:r>
              <a:t> A short brand-voice guide (three words, do/don't, words to prefer/avoid).</a:t>
            </a:r>
          </a:p>
          <a:p>
            <a:pPr lvl="1"/>
            <a:r>
              <a:rPr b="1"/>
              <a:t> One real example sentence</a:t>
            </a:r>
            <a:r>
              <a:t> in your voice — teaches more than a page of adjectives.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5" y="4148931"/>
            <a:ext cx="8915400" cy="6877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6349568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example sentence does the heavy lifting. If you give one thing, give that.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Personalization &amp;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Same core message, tuned per audience — no rewriting from scratch.</a:t>
            </a:r>
          </a:p>
          <a:p>
            <a:pPr lvl="1"/>
            <a:r>
              <a:t> "Rewrite this announcement for (a) enterprise buyers, (b) small-business owners, (c) existing users — keep facts identical, change emphasis and tone."</a:t>
            </a:r>
          </a:p>
          <a:p>
            <a:r>
              <a:t> Powerful for email, onboarding, support macros. Facts stay fixed; the</a:t>
            </a:r>
            <a:r>
              <a:rPr b="1"/>
              <a:t> framing</a:t>
            </a:r>
            <a:r>
              <a:t> flexes.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59015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Segment by what the reader cares about, not by demographic label.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With Your Own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assistant becomes useful the moment you</a:t>
            </a:r>
            <a:r>
              <a:rPr b="1"/>
              <a:t> attach your material</a:t>
            </a:r>
            <a:r>
              <a:t> .</a:t>
            </a:r>
          </a:p>
          <a:p>
            <a:pPr lvl="1"/>
            <a:r>
              <a:t> Summarize a report for a specific reader.</a:t>
            </a:r>
          </a:p>
          <a:p>
            <a:pPr lvl="1"/>
            <a:r>
              <a:t> Extract key points / figures into a table.</a:t>
            </a:r>
          </a:p>
          <a:p>
            <a:pPr lvl="1"/>
            <a:r>
              <a:t> Compare two contracts or versions: "what changed, anything concerning?"</a:t>
            </a:r>
          </a:p>
          <a:p>
            <a:r>
              <a:t> Always add the</a:t>
            </a:r>
            <a:r>
              <a:rPr b="1"/>
              <a:t> source boundary</a:t>
            </a:r>
            <a:r>
              <a:t> —</a:t>
            </a:r>
            <a:r>
              <a:rPr i="1"/>
              <a:t> "use only this file; say 'not in the document' when the answer isn't there."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Compliance Reflex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Some requests aren't tasks — they're</a:t>
            </a:r>
            <a:r>
              <a:rPr b="1"/>
              <a:t> questions to escalate</a:t>
            </a:r>
            <a:r>
              <a:t> .</a:t>
            </a:r>
          </a:p>
          <a:p>
            <a:pPr lvl="1"/>
            <a:r>
              <a:t> A customer asking whether to upload</a:t>
            </a:r>
            <a:r>
              <a:rPr b="1"/>
              <a:t> patient records</a:t>
            </a:r>
            <a:r>
              <a:t> to a public AI tool is a privacy/HIPAA question, not a feature request.</a:t>
            </a:r>
          </a:p>
          <a:p>
            <a:r>
              <a:t> A good assistant (and professional)</a:t>
            </a:r>
            <a:r>
              <a:rPr b="1"/>
              <a:t> stops and routes to a human</a:t>
            </a:r>
            <a:r>
              <a:t> . A weak one proposes "enable secure upload."</a:t>
            </a:r>
          </a:p>
          <a:p>
            <a:r>
              <a:t> Build the reflex now — before you prompt, ask</a:t>
            </a:r>
            <a:r>
              <a:rPr i="1"/>
              <a:t> "is there regulated or confidential data here?"</a:t>
            </a:r>
          </a:p>
          <a:p>
            <a:endParaRPr i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6347910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Catching the one request that should never have been a prompt is a senior skill. We practice it in the lab.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Lab: An On-Brand Content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Produce three real artifacts, all matching a brand-voice guide:</a:t>
            </a:r>
          </a:p>
          <a:p>
            <a:pPr lvl="1"/>
            <a:r>
              <a:t> a</a:t>
            </a:r>
            <a:r>
              <a:rPr b="1"/>
              <a:t> customer reply</a:t>
            </a:r>
            <a:r>
              <a:t> to a billing complaint, grounded in the return policy,</a:t>
            </a:r>
          </a:p>
          <a:p>
            <a:pPr lvl="1"/>
            <a:r>
              <a:t> a</a:t>
            </a:r>
            <a:r>
              <a:rPr b="1"/>
              <a:t> summary</a:t>
            </a:r>
            <a:r>
              <a:t> of messy meeting notes → decisions + actions + owners,</a:t>
            </a:r>
          </a:p>
          <a:p>
            <a:pPr lvl="1"/>
            <a:r>
              <a:t> one</a:t>
            </a:r>
            <a:r>
              <a:rPr b="1"/>
              <a:t> outbound email</a:t>
            </a:r>
            <a:r>
              <a:t> .</a:t>
            </a:r>
          </a:p>
          <a:p>
            <a:r>
              <a:t> And catch the compliance item hiding in the support queue.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50633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By the end you have a repeatable recipe for the content you write every week.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378294</TotalTime>
  <Words>1069</Words>
  <Application>Microsoft Macintosh PowerPoint</Application>
  <PresentationFormat>Custom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  <vt:lpstr>Prompting for Real Business Scenarios</vt:lpstr>
      <vt:lpstr>Why This Module</vt:lpstr>
      <vt:lpstr>The Universal Business Pattern</vt:lpstr>
      <vt:lpstr>Marketing &amp; Content</vt:lpstr>
      <vt:lpstr>Sales &amp; Customer Service</vt:lpstr>
      <vt:lpstr>Operations &amp; HR</vt:lpstr>
      <vt:lpstr>Encoding Brand Voice</vt:lpstr>
      <vt:lpstr>Personalization &amp; Segmentation</vt:lpstr>
      <vt:lpstr>Working With Your Own Data</vt:lpstr>
      <vt:lpstr>The Compliance Reflex</vt:lpstr>
      <vt:lpstr>The Lab: An On-Brand Content Set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Brent Borgundvaag</cp:lastModifiedBy>
  <cp:revision>4136</cp:revision>
  <cp:lastPrinted>2010-01-03T02:41:41Z</cp:lastPrinted>
  <dcterms:created xsi:type="dcterms:W3CDTF">2010-07-13T15:22:01Z</dcterms:created>
  <dcterms:modified xsi:type="dcterms:W3CDTF">2026-09-15T02:39:41Z</dcterms:modified>
</cp:coreProperties>
</file>