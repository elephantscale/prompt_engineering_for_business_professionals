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Advanced Prompt Engineering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can write a strong single prompt. Some work is too big for one.</a:t>
            </a:r>
          </a:p>
          <a:p>
            <a:r>
              <a:t> Four power tools — used</a:t>
            </a:r>
            <a:r>
              <a:rPr b="1"/>
              <a:t> only where they earn their keep</a:t>
            </a:r>
            <a:r>
              <a:t> :</a:t>
            </a:r>
          </a:p>
          <a:p>
            <a:pPr lvl="1"/>
            <a:r>
              <a:rPr b="1"/>
              <a:t> Reasoning models</a:t>
            </a:r>
            <a:r>
              <a:t> — multi-step thinking.</a:t>
            </a:r>
          </a:p>
          <a:p>
            <a:pPr lvl="1"/>
            <a:r>
              <a:rPr b="1"/>
              <a:t> Prompt chaining</a:t>
            </a:r>
            <a:r>
              <a:t> — a big task into reliable steps.</a:t>
            </a:r>
          </a:p>
          <a:p>
            <a:pPr lvl="1"/>
            <a:r>
              <a:rPr b="1"/>
              <a:t> Grounding</a:t>
            </a:r>
            <a:r>
              <a:t> — answers anchored in your documents (the idea behind RAG — no code).</a:t>
            </a:r>
          </a:p>
          <a:p>
            <a:pPr lvl="1"/>
            <a:r>
              <a:rPr b="1"/>
              <a:t> System prompts / saved context</a:t>
            </a:r>
            <a:r>
              <a:t> — consistent behavior.</a:t>
            </a:r>
          </a:p>
          <a:p>
            <a:r>
              <a:t> Plus two power-user habits:</a:t>
            </a:r>
            <a:r>
              <a:rPr b="1"/>
              <a:t> self-review</a:t>
            </a:r>
            <a:r>
              <a:t> , and what</a:t>
            </a:r>
            <a:r>
              <a:rPr b="1"/>
              <a:t> tool-connected</a:t>
            </a:r>
            <a:r>
              <a:t> assistants can and can't do.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28253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Advanced ≠ complicated. It's knowing which extra step removes a real failure — and skipping it when one prompt already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Models: Let It 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reasoning ("thinking") model works through intermediate steps before answering.</a:t>
            </a:r>
          </a:p>
          <a:p>
            <a:r>
              <a:t> Reach for it when a</a:t>
            </a:r>
            <a:r>
              <a:rPr b="1"/>
              <a:t> wrong middle step ruins the result</a:t>
            </a:r>
            <a:r>
              <a:t> :</a:t>
            </a:r>
          </a:p>
          <a:p>
            <a:pPr lvl="1"/>
            <a:r>
              <a:t> multi-criteria comparison, multi-document analysis, planning, anything with math or dependencies.</a:t>
            </a:r>
          </a:p>
          <a:p>
            <a:r>
              <a:t> No more "think step by step" tricks — modern reasoning models do it internally. Pick the model, state the goal clearly.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5696"/>
            <a:ext cx="8915400" cy="537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2363" y="643069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Fast model to draft; reasoning model to decide. Matching model to job is the whole skill.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Chaining: One Big Task → Reliable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single mega-prompt that does everything does each part poorly.</a:t>
            </a:r>
          </a:p>
          <a:p>
            <a:r>
              <a:rPr b="1"/>
              <a:t> Chain</a:t>
            </a:r>
            <a:r>
              <a:t> instead — each step has one job, its output feeds the next:</a:t>
            </a:r>
          </a:p>
          <a:p>
            <a:pPr lvl="1"/>
            <a:r>
              <a:rPr b="1"/>
              <a:t> Extract</a:t>
            </a:r>
            <a:r>
              <a:t> the facts from the raw input.</a:t>
            </a:r>
          </a:p>
          <a:p>
            <a:pPr lvl="1"/>
            <a:r>
              <a:rPr b="1"/>
              <a:t> Draft</a:t>
            </a:r>
            <a:r>
              <a:t> the deliverable from those facts.</a:t>
            </a:r>
          </a:p>
          <a:p>
            <a:pPr lvl="1"/>
            <a:r>
              <a:rPr b="1"/>
              <a:t> Review</a:t>
            </a:r>
            <a:r>
              <a:t> the draft against the requirements.</a:t>
            </a:r>
          </a:p>
          <a:p>
            <a:pPr lvl="1"/>
            <a:r>
              <a:rPr b="1"/>
              <a:t> Revise</a:t>
            </a:r>
            <a:r>
              <a:t> using the review.</a:t>
            </a:r>
          </a:p>
          <a:p>
            <a:r>
              <a:t> Each step is easy to check — errors don't compound silently.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1301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Output of step N = input to step N+1. If a step is unreliable, you've isolated exactly where to fix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Chain: Raw Input → Finished 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r>
              <a:rPr dirty="0"/>
              <a:t>Same conversation, four turns. You inspect each handoff.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253331"/>
            <a:ext cx="8915400" cy="18440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59154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This is Lab 04: you'll build this exact chain end to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Grounding: Anchor Answers in Your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single biggest defense against hallucination:</a:t>
            </a:r>
            <a:r>
              <a:rPr b="1"/>
              <a:t> answer from material you give it</a:t>
            </a:r>
            <a:r>
              <a:t> , not memory.</a:t>
            </a:r>
          </a:p>
          <a:p>
            <a:r>
              <a:t> The pattern (the idea behind "RAG," no code):</a:t>
            </a:r>
          </a:p>
          <a:p>
            <a:pPr lvl="1"/>
            <a:r>
              <a:t> Attach or paste the source.</a:t>
            </a:r>
          </a:p>
          <a:p>
            <a:pPr lvl="1"/>
            <a:r>
              <a:t> Instruct:</a:t>
            </a:r>
            <a:r>
              <a:rPr i="1"/>
              <a:t> "answer using only this; quote the relevant line; if it's not here, say 'not in the document'."</a:t>
            </a:r>
          </a:p>
          <a:p>
            <a:r>
              <a:t> Scales from one pasted doc to a saved knowledge base in a Custom GPT / Project / Gem.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2771"/>
            <a:ext cx="8915400" cy="491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39251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Remember one technique from two days — remember this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Prompts &amp; Saved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system prompt</a:t>
            </a:r>
            <a:r>
              <a:t> (saved instructions, or a Custom GPT/Project/Gem) sets persistent behavior — no re-explaining every chat.</a:t>
            </a:r>
          </a:p>
          <a:p>
            <a:r>
              <a:t> Good things to bake in:</a:t>
            </a:r>
          </a:p>
          <a:p>
            <a:pPr lvl="1"/>
            <a:r>
              <a:t> role and audience, brand voice, the source boundary rule, your default output format, "flag uncertainty."</a:t>
            </a:r>
          </a:p>
          <a:p>
            <a:r>
              <a:t> Turns a one-off clever prompt into a</a:t>
            </a:r>
            <a:r>
              <a:rPr b="1"/>
              <a:t> reusable, consistent tool</a:t>
            </a:r>
            <a:r>
              <a:t> your team shares — exactly Module 6.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56729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Write it once, benefit every run. Just remember saved context is ON — turn it off when comparing fairly.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Self-Review &amp;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model is a surprisingly good critic of its own work — asked in a separate step.</a:t>
            </a:r>
          </a:p>
          <a:p>
            <a:pPr lvl="1"/>
            <a:r>
              <a:rPr i="1"/>
              <a:t> "List three ways this draft could be wrong or off-brand, then fix them."</a:t>
            </a:r>
          </a:p>
          <a:p>
            <a:pPr lvl="1"/>
            <a:r>
              <a:rPr i="1"/>
              <a:t> "What did you assume that I didn't tell you? What's missing?"</a:t>
            </a:r>
          </a:p>
          <a:p>
            <a:r>
              <a:t> Works because reviewing ≠ drafting. Separating them catches what a single pass misses.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49871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Never ship the first draft. Cheapest quality gain: one "now critique and improve that" 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Tool-Connected Assistants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assistants can</a:t>
            </a:r>
            <a:r>
              <a:rPr b="1"/>
              <a:t> search the web, browse, run data analysis, use files/connectors</a:t>
            </a:r>
            <a:r>
              <a:t> .</a:t>
            </a:r>
          </a:p>
          <a:p>
            <a:r>
              <a:t> What that changes:</a:t>
            </a:r>
          </a:p>
          <a:p>
            <a:pPr lvl="1"/>
            <a:r>
              <a:rPr b="1"/>
              <a:t> Search/browse</a:t>
            </a:r>
            <a:r>
              <a:t> pulls in current info — but</a:t>
            </a:r>
            <a:r>
              <a:rPr b="1"/>
              <a:t> verify the citations</a:t>
            </a:r>
            <a:r>
              <a:t> ; they can be wrong or misread.</a:t>
            </a:r>
          </a:p>
          <a:p>
            <a:pPr lvl="1"/>
            <a:r>
              <a:rPr b="1"/>
              <a:t> Data analysis</a:t>
            </a:r>
            <a:r>
              <a:t> runs real calculations on an uploaded file (no formulas from you).</a:t>
            </a:r>
          </a:p>
          <a:p>
            <a:pPr lvl="1"/>
            <a:r>
              <a:rPr b="1"/>
              <a:t> Connectors</a:t>
            </a:r>
            <a:r>
              <a:t> reach into Drive, email, etc. — powerful, and a</a:t>
            </a:r>
            <a:r>
              <a:rPr b="1"/>
              <a:t> privacy decision</a:t>
            </a:r>
            <a:r>
              <a:t> .</a:t>
            </a:r>
          </a:p>
          <a:p>
            <a:r>
              <a:t> Rule of thumb: a tool-connected answer is a</a:t>
            </a:r>
            <a:r>
              <a:rPr i="1"/>
              <a:t> lead</a:t>
            </a:r>
            <a:r>
              <a:t> , not a</a:t>
            </a:r>
            <a:r>
              <a:rPr i="1"/>
              <a:t> verdict</a:t>
            </a:r>
            <a:r>
              <a:t> , until you check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the Advanced Stuff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chain for a task one good prompt handles = wasted effort, more to break.</a:t>
            </a:r>
          </a:p>
          <a:p>
            <a:r>
              <a:t> A reasoning model for "reword this" = slow for no gain.</a:t>
            </a:r>
          </a:p>
          <a:p>
            <a:r>
              <a:t> Grounding is the exception —</a:t>
            </a:r>
            <a:r>
              <a:rPr b="1"/>
              <a:t> almost always worth it</a:t>
            </a:r>
            <a:r>
              <a:t> when facts matter.</a:t>
            </a:r>
          </a:p>
          <a:p>
            <a:r>
              <a:t> Ask:</a:t>
            </a:r>
            <a:r>
              <a:rPr i="1"/>
              <a:t> does this step remove a failure I actually see?</a:t>
            </a:r>
            <a:r>
              <a:t> If not, skip it.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6729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senior move is often removing a step, not adding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Lab: Build a Multi-Step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Take raw input (messy notes or a support thread) through a four-step chain — extract → draft → review → revise — to a finished, self-reviewed deliverable.</a:t>
            </a:r>
          </a:p>
          <a:p>
            <a:r>
              <a:t> Ground it in a source; inspect every handoff.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46823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leave with a chain you can paste and reuse for your own recurring deliverable.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1014</Words>
  <Application>Microsoft Macintosh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Advanced Prompt Engineering Techniques</vt:lpstr>
      <vt:lpstr>Why This Module</vt:lpstr>
      <vt:lpstr>Reasoning Models: Let It Think</vt:lpstr>
      <vt:lpstr>Prompt Chaining: One Big Task → Reliable Steps</vt:lpstr>
      <vt:lpstr>Worked Chain: Raw Input → Finished Deliverable</vt:lpstr>
      <vt:lpstr>Grounding: Anchor Answers in Your Documents</vt:lpstr>
      <vt:lpstr>System Prompts &amp; Saved Context</vt:lpstr>
      <vt:lpstr>Self-Review &amp; Refinement</vt:lpstr>
      <vt:lpstr>Tool-Connected Assistants</vt:lpstr>
      <vt:lpstr>When NOT to Use the Advanced Stuff</vt:lpstr>
      <vt:lpstr>The Lab: Build a Multi-Step Chain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2026-09-15T02:42:10Z</dcterms:modified>
</cp:coreProperties>
</file>