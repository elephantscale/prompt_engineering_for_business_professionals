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Building &amp; Governing Prompt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great prompt typed once and lost is a</a:t>
            </a:r>
            <a:r>
              <a:rPr b="1"/>
              <a:t> party trick</a:t>
            </a:r>
            <a:r>
              <a:t> . One your whole team can run is an</a:t>
            </a:r>
            <a:r>
              <a:rPr b="1"/>
              <a:t> asset</a:t>
            </a:r>
            <a:r>
              <a:t> .</a:t>
            </a:r>
          </a:p>
          <a:p>
            <a:r>
              <a:t> This module turns your prompts into a</a:t>
            </a:r>
            <a:r>
              <a:rPr b="1"/>
              <a:t> system</a:t>
            </a:r>
            <a:r>
              <a:t> : named, documented, versioned, shared, governed.</a:t>
            </a:r>
          </a:p>
          <a:p>
            <a:r>
              <a:t> By the end you can:</a:t>
            </a:r>
          </a:p>
          <a:p>
            <a:pPr lvl="1"/>
            <a:r>
              <a:t> Package a winning prompt so someone else gets the</a:t>
            </a:r>
            <a:r>
              <a:rPr b="1"/>
              <a:t> same result</a:t>
            </a:r>
            <a:r>
              <a:t> .</a:t>
            </a:r>
          </a:p>
          <a:p>
            <a:pPr lvl="1"/>
            <a:r>
              <a:rPr b="1"/>
              <a:t> Version</a:t>
            </a:r>
            <a:r>
              <a:t> prompts — improve without losing what worked.</a:t>
            </a:r>
          </a:p>
          <a:p>
            <a:pPr lvl="1"/>
            <a:r>
              <a:t> Save a prompt as a reusable assistant — a</a:t>
            </a:r>
            <a:r>
              <a:rPr b="1"/>
              <a:t> Custom GPT / Project / Gem</a:t>
            </a:r>
            <a:r>
              <a:t> .</a:t>
            </a:r>
          </a:p>
          <a:p>
            <a:pPr lvl="1"/>
            <a:r>
              <a:t> Apply</a:t>
            </a:r>
            <a:r>
              <a:rPr b="1"/>
              <a:t> responsible-use</a:t>
            </a:r>
            <a:r>
              <a:t> rules and know the tasks where the answer is "don't use AI."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613" y="709803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skill isn't writing one brilliant prompt. It's making good prompts repeatable.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From Lucky Prompt to Reliable Asset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 lifecycle of a prompt that matters:</a:t>
            </a:r>
          </a:p>
          <a:p>
            <a:pPr lvl="1"/>
            <a:r>
              <a:rPr b="1"/>
              <a:t> Draft</a:t>
            </a:r>
            <a:r>
              <a:t> — get it working for you.</a:t>
            </a:r>
          </a:p>
          <a:p>
            <a:pPr lvl="1"/>
            <a:r>
              <a:rPr b="1"/>
              <a:t> Document</a:t>
            </a:r>
            <a:r>
              <a:t> — what it's for, inputs, the review step.</a:t>
            </a:r>
          </a:p>
          <a:p>
            <a:pPr lvl="1"/>
            <a:r>
              <a:rPr b="1"/>
              <a:t> Version</a:t>
            </a:r>
            <a:r>
              <a:t> — give it a number; keep a changelog.</a:t>
            </a:r>
          </a:p>
          <a:p>
            <a:pPr lvl="1"/>
            <a:r>
              <a:rPr b="1"/>
              <a:t> Review</a:t>
            </a:r>
            <a:r>
              <a:t> — someone else runs it and scores the output.</a:t>
            </a:r>
          </a:p>
          <a:p>
            <a:pPr lvl="1"/>
            <a:r>
              <a:rPr b="1"/>
              <a:t> Share</a:t>
            </a:r>
            <a:r>
              <a:t> — put it where the team can find and run it.</a:t>
            </a:r>
          </a:p>
          <a:p>
            <a:pPr lvl="1"/>
            <a:r>
              <a:rPr b="1"/>
              <a:t> Maintain</a:t>
            </a:r>
            <a:r>
              <a:t> — re-test when the model changes; retire when obsolete.</a:t>
            </a:r>
          </a:p>
          <a:p>
            <a:r>
              <a:t> Most people stop at step 1. The value is in steps 2–6.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If only you can run it, only on your screen — it isn't a team asset yet.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Goes in a Library Entry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Reusable only if the next person can pick it up cold. Capture:</a:t>
            </a:r>
          </a:p>
          <a:p>
            <a:pPr lvl="1"/>
            <a:r>
              <a:rPr b="1"/>
              <a:t> Name</a:t>
            </a:r>
            <a:r>
              <a:t> — verb + object: "Triage support queue", "Draft renewal email".</a:t>
            </a:r>
          </a:p>
          <a:p>
            <a:pPr lvl="1"/>
            <a:r>
              <a:rPr b="1"/>
              <a:t> What it's for</a:t>
            </a:r>
            <a:r>
              <a:t> — the job, and when to reach for it.</a:t>
            </a:r>
          </a:p>
          <a:p>
            <a:pPr lvl="1"/>
            <a:r>
              <a:rPr b="1"/>
              <a:t> Inputs required</a:t>
            </a:r>
            <a:r>
              <a:t> — the file, the message, the</a:t>
            </a:r>
            <a:r>
              <a:rPr>
                <a:latin typeface="Courier New"/>
              </a:rPr>
              <a:t> [VARIABLES]</a:t>
            </a:r>
            <a:r>
              <a:t> to fill.</a:t>
            </a:r>
          </a:p>
          <a:p>
            <a:pPr lvl="1"/>
            <a:r>
              <a:rPr b="1"/>
              <a:t> The prompt itself</a:t>
            </a:r>
            <a:r>
              <a:t> — full, tested text.</a:t>
            </a:r>
          </a:p>
          <a:p>
            <a:pPr lvl="1"/>
            <a:r>
              <a:rPr b="1"/>
              <a:t> Example input → output</a:t>
            </a:r>
            <a:r>
              <a:t> — so they know what "good" looks like.</a:t>
            </a:r>
          </a:p>
          <a:p>
            <a:pPr lvl="1"/>
            <a:r>
              <a:rPr b="1"/>
              <a:t> Known limits &amp; review step</a:t>
            </a:r>
            <a:r>
              <a:t> — where it fails, the one check to run.</a:t>
            </a:r>
          </a:p>
          <a:p>
            <a:pPr lvl="1"/>
            <a:r>
              <a:rPr b="1"/>
              <a:t> Changelog</a:t>
            </a:r>
            <a:r>
              <a:t> — what changed and when.</a:t>
            </a:r>
          </a:p>
          <a:p>
            <a:r>
              <a:t> Template:</a:t>
            </a:r>
            <a:r>
              <a:rPr>
                <a:latin typeface="Courier New"/>
              </a:rPr>
              <a:t> course-materials/prompt-library-template.md</a:t>
            </a:r>
            <a:r>
              <a:t> — we fill it in the lab.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Write the entry for a colleague who's never seen the prompt and is in a hurry.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Versioning — Improve Without Losing What Worked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Bump the version whenever the prompt</a:t>
            </a:r>
            <a:r>
              <a:rPr b="1"/>
              <a:t> text</a:t>
            </a:r>
            <a:r>
              <a:t> changes. Keep the old one.</a:t>
            </a:r>
          </a:p>
          <a:p>
            <a:r>
              <a:t> A real changelog reads like cause and effect:</a:t>
            </a:r>
          </a:p>
          <a:p>
            <a:endParaRPr/>
          </a:p>
          <a:p>
            <a:endParaRPr/>
          </a:p>
          <a:p>
            <a:r>
              <a:t> Why: a "small tweak" can quietly make a prompt worse. Versioning lets you</a:t>
            </a:r>
            <a:r>
              <a:rPr b="1"/>
              <a:t> roll back</a:t>
            </a:r>
            <a:r>
              <a:t> and see which clause moved quality.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131"/>
            <a:ext cx="8915400" cy="65834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71500" y="67397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Treat prompts like recipes, not guesses. Write down the change and what it did.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Saving a Reusable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Highest form of reuse: bake role and rules into a saved assistant — every run starts from the same place, no long copy-paste.</a:t>
            </a:r>
          </a:p>
          <a:p>
            <a:pPr lvl="1"/>
            <a:r>
              <a:rPr b="1"/>
              <a:t> ChatGPT → Custom GPTs / Projects</a:t>
            </a:r>
            <a:r>
              <a:t> — a named assistant with baked-in instructions and files (our class tool).</a:t>
            </a:r>
          </a:p>
          <a:p>
            <a:pPr lvl="1"/>
            <a:r>
              <a:rPr b="1"/>
              <a:t> Claude → Projects</a:t>
            </a:r>
            <a:r>
              <a:t> — persistent instructions + reference files for a body of work.</a:t>
            </a:r>
          </a:p>
          <a:p>
            <a:pPr lvl="1"/>
            <a:r>
              <a:rPr b="1"/>
              <a:t> Gemini → Gems</a:t>
            </a:r>
            <a:r>
              <a:t> — a saved custom assistant with its own instructions.</a:t>
            </a:r>
          </a:p>
          <a:p>
            <a:r>
              <a:t> Put</a:t>
            </a:r>
            <a:r>
              <a:rPr b="1"/>
              <a:t> role, constraints, source rule, output format</a:t>
            </a:r>
            <a:r>
              <a:t> in the saved instructions. Users just provide the input.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saved assistant is your library entry made runnable — the role can't be forgotten.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Sharing Across a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prompt library is only as good as its</a:t>
            </a:r>
            <a:r>
              <a:rPr b="1"/>
              <a:t> adoption</a:t>
            </a:r>
            <a:r>
              <a:t> .</a:t>
            </a:r>
          </a:p>
          <a:p>
            <a:pPr lvl="1"/>
            <a:r>
              <a:t> Keep it where people already work — shared doc, repo, or sheet.</a:t>
            </a:r>
          </a:p>
          <a:p>
            <a:pPr lvl="1"/>
            <a:r>
              <a:t> Pair heavily-used prompts with a one-line</a:t>
            </a:r>
            <a:r>
              <a:rPr b="1"/>
              <a:t> SOP</a:t>
            </a:r>
            <a:r>
              <a:t> : when to use, what to check.</a:t>
            </a:r>
          </a:p>
          <a:p>
            <a:pPr lvl="1"/>
            <a:r>
              <a:t> Name a simple</a:t>
            </a:r>
            <a:r>
              <a:rPr b="1"/>
              <a:t> approval bar</a:t>
            </a:r>
            <a:r>
              <a:t> : reviewed by one other person, scored on the rubric.</a:t>
            </a:r>
          </a:p>
          <a:p>
            <a:r>
              <a:t> The payoff is consistency — five people, same prompt, comparable output.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6647324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goal: a new teammate does the task the team's way on day 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Responsible Use — Built In, Not Bolted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Every library entry carries a short responsible-use note:</a:t>
            </a:r>
          </a:p>
          <a:p>
            <a:pPr lvl="1"/>
            <a:r>
              <a:rPr b="1"/>
              <a:t> Privacy / confidentiality</a:t>
            </a:r>
            <a:r>
              <a:t> — what data may and may not go in.</a:t>
            </a:r>
          </a:p>
          <a:p>
            <a:pPr lvl="1"/>
            <a:r>
              <a:rPr b="1"/>
              <a:t> Bias</a:t>
            </a:r>
            <a:r>
              <a:t> — where output could skew (hiring, lending, evaluation language).</a:t>
            </a:r>
          </a:p>
          <a:p>
            <a:pPr lvl="1"/>
            <a:r>
              <a:rPr b="1"/>
              <a:t> Human oversight</a:t>
            </a:r>
            <a:r>
              <a:t> — who signs off before output is used.</a:t>
            </a:r>
          </a:p>
          <a:p>
            <a:pPr lvl="1"/>
            <a:r>
              <a:rPr b="1"/>
              <a:t> Verification</a:t>
            </a:r>
            <a:r>
              <a:t> — the fact-check step that stays, every time.</a:t>
            </a:r>
          </a:p>
          <a:p>
            <a:r>
              <a:t> Not legal boilerplate — the</a:t>
            </a:r>
            <a:r>
              <a:rPr b="1"/>
              <a:t> review step</a:t>
            </a:r>
            <a:r>
              <a:t> that keeps a fast tool safe.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75513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"The assistant drafted it" is never why something shipped. A person 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NOT to Use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Some tasks need a human, full stop. Red flags:</a:t>
            </a:r>
          </a:p>
          <a:p>
            <a:pPr lvl="1"/>
            <a:r>
              <a:t> A</a:t>
            </a:r>
            <a:r>
              <a:rPr b="1"/>
              <a:t> final decision</a:t>
            </a:r>
            <a:r>
              <a:t> about a specific person (hiring, firing, discipline, credit).</a:t>
            </a:r>
          </a:p>
          <a:p>
            <a:pPr lvl="1"/>
            <a:r>
              <a:rPr b="1"/>
              <a:t> Regulated or confidential</a:t>
            </a:r>
            <a:r>
              <a:t> data going into a public tool.</a:t>
            </a:r>
          </a:p>
          <a:p>
            <a:pPr lvl="1"/>
            <a:r>
              <a:t> Anything where a</a:t>
            </a:r>
            <a:r>
              <a:rPr b="1"/>
              <a:t> confident wrong answer</a:t>
            </a:r>
            <a:r>
              <a:t> is expensive and hard to catch.</a:t>
            </a:r>
          </a:p>
          <a:p>
            <a:pPr lvl="1"/>
            <a:r>
              <a:t> Work you</a:t>
            </a:r>
            <a:r>
              <a:rPr b="1"/>
              <a:t> can't verify</a:t>
            </a:r>
            <a:r>
              <a:t> and the stakes are real.</a:t>
            </a:r>
          </a:p>
          <a:p>
            <a:r>
              <a:t> Good judgment is knowing the tool's edge — and stopping there.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Part of prompt engineering is recognizing the prompt you shouldn't send.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Keeping Current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Models change every few months. Your library shouldn't rot:</a:t>
            </a:r>
          </a:p>
          <a:p>
            <a:pPr lvl="1"/>
            <a:r>
              <a:rPr b="1"/>
              <a:t> Re-test approved prompts</a:t>
            </a:r>
            <a:r>
              <a:t> after a model upgrade; note the last-checked date.</a:t>
            </a:r>
          </a:p>
          <a:p>
            <a:pPr lvl="1"/>
            <a:r>
              <a:t> Drop clauses newer models made unnecessary; keep the ones still earning their place.</a:t>
            </a:r>
          </a:p>
          <a:p>
            <a:pPr lvl="1"/>
            <a:r>
              <a:t> Watch for new features (longer context, better grounding) that let you simplify.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94563" y="6053931"/>
            <a:ext cx="7507224" cy="566928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prompt library is a garden, not a monument. Tend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You'll Do in the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Take one strong prompt from earlier (Lab 03 or Lab 04).</a:t>
            </a:r>
          </a:p>
          <a:p>
            <a:r>
              <a:rPr b="1"/>
              <a:t> Document and version</a:t>
            </a:r>
            <a:r>
              <a:t> it as a full library entry using the template.</a:t>
            </a:r>
          </a:p>
          <a:p>
            <a:r>
              <a:rPr b="1"/>
              <a:t> Save</a:t>
            </a:r>
            <a:r>
              <a:t> it as a Custom GPT / Project / Gem so anyone can run it.</a:t>
            </a:r>
          </a:p>
          <a:p>
            <a:r>
              <a:t> Add a 3-line</a:t>
            </a:r>
            <a:r>
              <a:rPr b="1"/>
              <a:t> responsible-use / when-not-to-use</a:t>
            </a:r>
            <a:r>
              <a:t> note.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70750" y="642506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leave Module 6 with the first real entries of a library your team could adopt Monday.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378294</TotalTime>
  <Words>1161</Words>
  <Application>Microsoft Macintosh PowerPoint</Application>
  <PresentationFormat>Custom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Building &amp; Governing Prompt Systems</vt:lpstr>
      <vt:lpstr>Why This Module</vt:lpstr>
      <vt:lpstr>From Lucky Prompt to Reliable Asset</vt:lpstr>
      <vt:lpstr>What Goes in a Library Entry</vt:lpstr>
      <vt:lpstr>Versioning — Improve Without Losing What Worked</vt:lpstr>
      <vt:lpstr>Saving a Reusable Assistant</vt:lpstr>
      <vt:lpstr>Sharing Across a Team</vt:lpstr>
      <vt:lpstr>Responsible Use — Built In, Not Bolted On</vt:lpstr>
      <vt:lpstr>When NOT to Use AI</vt:lpstr>
      <vt:lpstr>Keeping Current</vt:lpstr>
      <vt:lpstr>What You'll Do in the Lab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Brent Borgundvaag</cp:lastModifiedBy>
  <cp:revision>4136</cp:revision>
  <cp:lastPrinted>2010-01-03T02:41:41Z</cp:lastPrinted>
  <dcterms:created xsi:type="dcterms:W3CDTF">2010-07-13T15:22:01Z</dcterms:created>
  <dcterms:modified xsi:type="dcterms:W3CDTF">2026-09-16T01:44:48Z</dcterms:modified>
</cp:coreProperties>
</file>